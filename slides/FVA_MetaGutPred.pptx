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0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828" autoAdjust="0"/>
    <p:restoredTop sz="94703"/>
  </p:normalViewPr>
  <p:slideViewPr>
    <p:cSldViewPr snapToGrid="0">
      <p:cViewPr varScale="1">
        <p:scale>
          <a:sx n="66" d="100"/>
          <a:sy n="66" d="100"/>
        </p:scale>
        <p:origin x="4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13:29:55.44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Group>
    <inkml:annotationXML>
      <emma:emma xmlns:emma="http://www.w3.org/2003/04/emma" version="1.0">
        <emma:interpretation id="{FFFD3093-B8EA-41C1-97A3-2495885D9524}" emma:medium="tactile" emma:mode="ink">
          <msink:context xmlns:msink="http://schemas.microsoft.com/ink/2010/main" type="inkDrawing"/>
        </emma:interpretation>
      </emma:emma>
    </inkml:annotationXML>
    <inkml:trace contextRef="#ctx0" brushRef="#br0">22636 9899 24575,'0'32'0,"0"3"0,0 17 0,0 0 0,0-22 0,0 24 0,0-27 0,0 19 0,0-15 0,0-5 0,0-4 0,0-6 0,0-3 0,0-4 0,0 0 0,0-3 0,0-1 0,0-1 0,0-2 0</inkml:trace>
    <inkml:trace contextRef="#ctx0" brushRef="#br0" timeOffset="1240">22622 10198 24575,'15'0'0,"6"0"0,10 0 0,11 0 0,1 0 0,8 0 0,-13 0 0,-2 0 0,-2 0 0,-4 0 0,11 0 0,-1 0 0,-16 0 0,13 0 0,0 0 0,-13 0 0,13 0 0,0 0 0,-13 0 0,12 0 0,2 0 0,-1 0 0,17 0 0,-8 0 0,9 0 0,-8 0-444,-7-4 0,2-2 444,12 0 0,-15 0 0,2 1 0,-7 0 0,-1 1 0,0 2 0,0-1 0,0-1 0,1-1 0,3 0 0,-1 0 0,16-4 0,-6 4 0,-2 0 0,-4-4-219,1 4 0,1 0 219,3-3 0,-13 3 0,1 0 0,1 1 0,-1-1 0,30-5 0,-8 2 0,2-2 0,0 2 0,-5-1 0,-21 4 0,1 0 0,24 1 0,-10-3 0,17 2 0,-25 0 0,14-3-35,-10 4 35,5-1 0,-6 1 0,1 0 866,-6 4-866,-1-8 457,-8 8-457,-2-4 38,-8 4-38,0-3 0,-8 3 0,0-3 0,-5 3 0,-2 0 0</inkml:trace>
    <inkml:trace contextRef="#ctx0" brushRef="#br0" timeOffset="2381">25463 9855 24575,'0'15'0,"0"-5"0,0 9 0,0-8 0,0 9 0,0-7 0,0 7 0,0-2 0,0 7 0,0-3 0,0 3 0,0 0 0,0-3 0,0 0 0,0-2 0,0-3 0,0 4 0,0-3 0,0-2 0,0-3 0,0 0 0,0-4 0,3 3 0,-2-5 0,1 5 0,-2-6 0,0 3 0,0 0 0,0-2 0,0 2 0,3-4 0,-2 1 0,1 3 0,-2-2 0,0 2 0,0-4 0,0 1 0,0 0 0,3 0 0,-3-1 0,3 1 0,-3-3 0,0 0 0</inkml:trace>
    <inkml:trace contextRef="#ctx0" brushRef="#br0" timeOffset="6556">18804 10518 24575,'24'0'0,"-3"0"0,13 0 0,3 0 0,17 0 0,7 0-612,-25 0 0,1 0 612,25 0 0,-23 0 0,0 0 0,-5 0 0,1 0 0,9 0 0,0 0 0,-2 0 0,-1 0 0,0 0 0,0 0 0,2-3 0,0 1-499,-1 1 1,0 1 498,2-2 0,1-1 0,3-2 0,0 0 0,0 2 0,1-1 0,-3-6 0,0 0-926,9 3 1,0 1 925,-5-1 0,-1-1 0,4 2 0,1 1 0,2-4 0,-1 1 0,-4 5 0,-3-1-642,-8-3 1,0 0 641,15 4 0,-4 0 119,1-6-119,-6 4 0,1 0 0,8-4 0,6 3 0,-29 2 0,1 0 0,21-1 0,6-4 0,-7 0 877,-5-4-877,4 4 0,-10-3 1818,0 7-1818,-6-2 1522,-6 2-1522,-4-2 761,-4 3-761,-6-2 258,-6 5-258,-1-2 0,-3 3 0,-3 0 0,0 0 0</inkml:trace>
    <inkml:trace contextRef="#ctx0" brushRef="#br0" timeOffset="7948">21248 10019 24575,'14'0'0,"0"0"0,7 0 0,-3 0 0,8 3 0,-9-2 0,3 5 0,-6-3 0,2 7 0,-3-6 0,0 2 0,-3 0 0,-1-5 0,0 8 0,-5-6 0,7 3 0,-7 0 0,8 0 0,-5 0 0,2 0 0,-4 0 0,1 0 0,0-1 0,0-1 0,-1 1 0,1-2 0,0 0 0,0 2 0,0-1 0,-1-1 0,1 2 0,0-4 0,-3 4 0,0-2 0,-3 2 0,0 1 0,0-1 0,2-2 0,-1 2 0,1-1 0,1 1 0,-2 1 0,4 0 0,-5 0 0,6-1 0,-6 1 0,5 0 0,-4 0 0,2-1 0,-3 1 0,0 0 0,0-1 0,0 4 0,0-2 0,0 5 0,0 1 0,-3 1 0,-4 2 0,-3 1 0,-8 1 0,3 3 0,-7 2 0,7-2 0,-7 2 0,7-2 0,-3 1 0,4-5 0,1-1 0,-1 1 0,4-3 0,0 2 0,1-3 0,2 0 0,-3 3 0,1-2 0,2 2 0,-3 0 0,3-2 0,1 3 0,-1-5 0,1 1 0,0-3 0,2-1 0,-1-4 0,4-1 0,-1-2 0</inkml:trace>
    <inkml:trace contextRef="#ctx0" brushRef="#br1" timeOffset="13015">23096 8750 9977,'0'5'0,"0"0"5093,0 18-5093,0-4 2537,0 6-2537,0 0 1480,0 6-1480,0 1 5488,0-1-5488,0-1 0,0-4 0,0 4 0,0 1 0,3-5 0,-2-1 0,5-7 0,-2 2 0,-1-7 0,3 4 0,-5-4 0,4-4 0,-4 3 0,2-5 0,-1 5 0,-1-6 0,2 3 0,0 0 0,-3-2 0,3 2 0,0-4 0,-2 1 0,1 0 0,-2 0 0,0-1 0,0-1 0,0-2 0</inkml:trace>
    <inkml:trace contextRef="#ctx0" brushRef="#br1" timeOffset="14248">23124 9077 24575,'11'3'0,"9"-1"0,3-2 0,12 0 0,7 0 0,-4 0 0,18 0 0,-5 0 0,-18 0 0,0 0 0,18 0-494,-13 0 0,0 0 494,22 0 0,-28 0 0,2 0 0,12-3 0,-2 1 0,12 1 0,-13-2 0,1 0 0,-10 3 0,-1 0 0,0-2 0,1 0 0,-1 2 0,0-1 0,4-3 0,-1-1 0,-2 5 0,0-1 0,3-1 0,0 0 0,-1 1 0,1 2 0,0-1 0,0 0 0,27 0 0,-14 0 0,-1 0 0,-2 0 0,9-3 0,0 1 0,-11 0 0,-3 0 0,1-1 0,12-1 0,-15 1 0,0 0 0,14-2-217,-12-2 1,-2 0 216,-3 5 0,-6-5 0,1 1 0,11 1 0,10 0 0,0-3 0,-5 7 0,-1-7 0,-6 7 0,1-2 0,-6 3 0,-1-4 967,-4 3-967,0-2 454,-1 3-454,-4 0 0,0 0 0,-5 0 0,0 0 0,-7 0 0,1 0 0,-8 0 0,2 0 0,-6 0 0,0 0 0</inkml:trace>
    <inkml:trace contextRef="#ctx0" brushRef="#br1" timeOffset="15224">25972 8646 24575,'0'18'0,"0"5"0,0-5 0,0 21 0,0-22 0,0 22 0,0-17 0,0 9 0,0-5 0,0-4 0,0-2 0,0-6 0,0 2 0,0 0 0,0-5 0,0 5 0,0-10 0,0 6 0,0-2 0,0 3 0,0-4 0,0 3 0,0-2 0,0 0 0,0 2 0,0-6 0,0 3 0,0-3 0,0 0 0,0-1 0,2 1 0,-1 0 0,1 0 0,-2-1 0,3 1 0,-2 0 0,1 0 0,1-1 0,-3-1 0,3-2 0</inkml:trace>
    <inkml:trace contextRef="#ctx0" brushRef="#br1" timeOffset="16939">23700 8220 10468,'4'3'0,"3"0"5051,5-3-5051,4 0 2454,-2 0-2454,6 0 1418,-3-3-1418,4-1 5184,-6-6-5184,1 0 0,-3-4 0,-2-2 0,2 1 0,-6-5 0,0 7 0,-4-8 0,0 4 0,-3-4 0,0 0 0,0 3 0,0 2 0,0 3 0,-3 0 0,0 0 0,-7 3 0,4 4 0,-7 0 0,7 5 0,-6-1 0,2 2 0,0 0 0,-2 0 0,2 0 0,-6 0 0,2 0 0,-2 2 0,3 2 0,-5 10 0,4-6 0,-4 12 0,5-9 0,0 5 0,0-3 0,3 4 0,0-4 0,3 7 0,1-6 0,2 2 0,1 1 0,3-4 0,0 4 0,0-1 0,0-5 0,0 5 0,0-7 0,0 4 0,0 0 0,0-4 0,3 3 0,1-2 0,5 3 0,4 0 0,5 1 0,3-4 0,0 4 0,4-6 0,1 6 0,10-6 0,-5 3 0,5-3 0,-10-4 0,-1 0 0,-8-4 0,0 0 0,-7 0 0,-4 0 0,-4 0 0</inkml:trace>
    <inkml:trace contextRef="#ctx0" brushRef="#br1" timeOffset="17964">24003 7954 12441,'2'3'0,"5"-1"4728,2-2-4728,1 6 2110,6-1-2110,-9 4 1179,9 0-1179,-6-2 4117,2 5-4117,1-5 0,-3 2 0,6 1 0,-2 0 0,3 1 0,0-2 0,-5 1 0,1-3 0,-3 2 0,2-3 0,-6 0 0,3 0 0,-3-3 0,0 0 0,0-3 0,-3 0 0,-1 0 0</inkml:trace>
    <inkml:trace contextRef="#ctx0" brushRef="#br1" timeOffset="18906">24229 7898 24575,'0'12'0,"0"0"0,0 0 0,0 5 0,0 0 0,0 0 0,0-3 0,0-2 0,0-6 0,0 10 0,0-6 0,0 3 0,0-1 0,0-6 0,0 3 0,0-4 0,0 1 0,0 0 0,0 0 0,0-3 0,0-1 0</inkml:trace>
    <inkml:trace contextRef="#ctx0" brushRef="#br1" timeOffset="19123">24229 8111 24575,'0'0'0</inkml:trace>
    <inkml:trace contextRef="#ctx0" brushRef="#br1" timeOffset="19998">24399 7882 11233,'3'2'0,"-1"12"4953,-2 1-4953,0 14 2322,0-13-2322,0 16 1323,0-15-1323,0 17 4744,0-8-4744,0 1 0,0-2 0,0-8 0,0 3 0,0-2 0,0 3 0,0-7 0,0 1 0,0-5 0,0 3 0,0-4 0,0 3 0,0-2 0,0 0 0,0 2 0,2-6 0,2 3 0,-1-3 0,2-3 0,-5 0 0,3-3 0</inkml:trace>
    <inkml:trace contextRef="#ctx0" brushRef="#br1" timeOffset="21423">24421 7895 24575,'12'0'0,"-1"0"0,-2 0 0,-2 0 0,2 0 0,0 0 0,-3 0 0,3 0 0,-3 3 0,0 0 0,-1 2 0,1 4 0,-2-2 0,1 5 0,-4-6 0,2 6 0,-3-5 0,0 5 0,0-5 0,0 5 0,0-3 0,0 1 0,0 2 0,0-3 0,0 4 0,0 0 0,0-3 0,0 2 0,-3-3 0,0 4 0,-4-3 0,-2 2 0,2-3 0,-5 4 0,2-3 0,-3-1 0,0-2 0,0-1 0,1 0 0,-1 1 0,0-1 0,3 0 0,-2-2 0,5 1 0,-2-4 0,4 1 0,-1-2 0,0 0 0,3 0 0,0 0 0</inkml:trace>
    <inkml:trace contextRef="#ctx0" brushRef="#br1" timeOffset="56802">2028 2026 24575,'-12'0'0,"-7"0"0,-9 0 0,-14 0 0,-6 0 0,-11 0-863,4 0 863,22 0 0,1 0 0,-9 0 0,3 0 0,1 0 212,8 0-212,-6 0 0,0 0 0,2 0 0,-14 0 0,6 0 0,4 0 651,2 0-651,4-4 0,0 7 0,1 1 0,7 4 0,2 5 0,4 2 0,3-2 0,-4 8 0,5-3 0,2 3 0,-3 0 0,6 0 0,-2 0 0,3 4 0,-1 1 0,1 0 0,3 4 0,-3-4 0,6 5 0,-2-1 0,3 1 0,0-1 0,0 1 0,0-1 0,0 1 0,0 9 0,7-2 0,2 4 0,11-2 0,12 10-1701,1 1 1701,-9-21 0,0-1 0,0 1 0,2-2-551,2-2 1,3-2 550,1 4 0,2-1 0,4-3 0,0-1 0,0-3 0,0 0 0,6 1 0,1-1-793,-1-4 0,1 0 793,3 3 0,1-1 0,3-1 0,1-1 0,0 1 0,0 0 0,0-1 0,0 1 0,0-3 0,-1 0 0,-4 2 0,1-1 0,-1-3 0,0-1 0,1 4 0,-1 1 0,1-4 0,-1-1 0,0 2 0,1 0 0,-1-4 0,1-1 0,3 2 0,0 1 0,1-2 0,0-1 0,4 1 0,0 0-923,0 2 1,0-1 922,0-3 0,0-1 0,0 2 0,0 0 0,0-2 0,0 0 0,0-1 0,-1 1 0,1 0 0,0-1 0,4 1 0,0 0 0,-3 0 0,0-1 0,-15-2 0,1-1 0,-1 0 0,15 1 0,0-1 0,-15-2 0,1 0 0,-1 0 0,12 0 0,-2 0 0,8 0 0,-1 0 0,-11 0 0,0 0 17,4 0 1,-1 0-18,-4 0 0,1 0 0,-1 0 0,0 0 0,-3 0 0,0 0 0,3 0 0,-1 0 0,-5 0 0,-1 0-17,3 0 1,0 0 16,1-2 0,-2-1 0,-1-2 0,-1 0 0,7 0 0,-1-2 0,-5-4 0,-1-2 0,0 5 0,0 0 0,0-4 0,-3-1 0,19-5 0,-14 6 0,-2-1 0,3-9 462,-9 10 0,0-1-462,11-17 0,3 6 0,-5-6 0,-2 0 1924,-8 0-1924,1-4 0,-3 1 0,-6 0 0,7-5 0,-7 0 0,3-5 0,-8 6 1502,3-3-1502,-11 3 1205,6-4-1205,-10 0 627,3-1-627,-7 1 0,-2 0 0,-3-12 0,0 4-241,-1 16 1,-2 0 240,-10-21 0,4 21 0,-2 0 0,-4 2 0,-3 0 0,-1-4 0,-2 1-609,0 1 1,-2 1 608,-5-4 0,-1 1 0,-1 3 0,-2 1-973,-5-5 0,-4 1 973,-2 1 0,-3 1 0,-2 1 0,-1 1 0,13 9 0,-1 1 0,-1 1-801,-1-1 0,-1 1 0,-1 0 801,-2 0 0,-1-1 0,0 1 0,-4 0 0,0 1 0,-1 0 0,1 0 0,-1 0 0,0 1-967,2 2 0,-1 2 1,0 0 966,-2-1 0,0 0 0,0 1 0,5 3 0,1 1 0,-1 1-237,1 0 1,-1 0-1,1 2 237,-17-2 0,0 1 0,8 2 0,0 1 94,0 1 1,1 1-95,4 1 0,-1 0 0,4 1 0,1 2 529,-1-1 1,1 0-530,3 0 0,1 0 0,2 0 0,1 0 0,-24 0 0,17 0 0,3 0 3132,-4 0-3132,3 0 0,0 0 0,-2 0 0,-16 0 0,7 4 0,0 0 0,20 1 0,0 0 0,-18 0 0,18-1 0,1 0 0,-16-3 0,-5 7 0,-6-7 0,4 7 0,-5-7 0,7 3 0,0 0 0,-1-3 0,6 6 0,2-6 0,-1 7 0,4-7 2048,-4 6-2048,6-2 1664,0-1-1664,-1 4 1212,1-4-1212,0 5 402,-1-1-402,1 0 0,-1 0 0,1 0 0,4 4 0,-3-3 0,8 2 0,-8 1 0,8-4 0,-3 7 0,4-6 0,5 1 0,-4 1 0,8-3 0,-3 3 0,4-4 0,0 0 0,0 0 0,0 3 0,0-2 0,-1 2 0,5-3 0,-3-1 0,2 1 0,1 0 0,0 0 0,1-1 0,2 1 0,1-1 0,1 0 0,2 1 0,0-1 0,1 0 0,3-1 0,0 1 0,1-3 0,-1 2 0,3-4 0,0 1 0</inkml:trace>
    <inkml:trace contextRef="#ctx0" brushRef="#br1" timeOffset="63339">8661 13600 11682,'6'0'0,"6"0"4878,-2 0-4878,25 0 2243,-10 0-2243,20 0 0,-3 0 0,6 0 0,5 0 0,-10 0 462,-8 0 0,1 0-462,6 0 0,0 0 0,0 0 0,-1 0 0,-7 0 0,1 0 0,10 0 0,14 0 0,-6 0 0,-5 0 0,-1 3 4405,-6-2-4405,-5 3 0,0-4 0,-10 3 0,-1-2 0,-7 2 443,-2-3-443,-6 3 0,-1-3 0,-4 3 0,1-3 0,0 2 0,-3-1 0,0 2 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24T09:30:02.17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942A32C-5007-4B79-9837-938D259709E4}" emma:medium="tactile" emma:mode="ink">
          <msink:context xmlns:msink="http://schemas.microsoft.com/ink/2010/main" type="writingRegion" rotatedBoundingBox="35459,3797 35474,3797 35474,3812 35459,3812"/>
        </emma:interpretation>
      </emma:emma>
    </inkml:annotationXML>
    <inkml:traceGroup>
      <inkml:annotationXML>
        <emma:emma xmlns:emma="http://www.w3.org/2003/04/emma" version="1.0">
          <emma:interpretation id="{A1AE7DB4-F703-420C-AD19-94548AACFA35}" emma:medium="tactile" emma:mode="ink">
            <msink:context xmlns:msink="http://schemas.microsoft.com/ink/2010/main" type="paragraph" rotatedBoundingBox="35459,3797 35474,3797 35474,3812 35459,38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0285568-C463-4B1B-A121-457E0196FE7C}" emma:medium="tactile" emma:mode="ink">
              <msink:context xmlns:msink="http://schemas.microsoft.com/ink/2010/main" type="line" rotatedBoundingBox="35459,3797 35474,3797 35474,3812 35459,3812"/>
            </emma:interpretation>
          </emma:emma>
        </inkml:annotationXML>
        <inkml:traceGroup>
          <inkml:annotationXML>
            <emma:emma xmlns:emma="http://www.w3.org/2003/04/emma" version="1.0">
              <emma:interpretation id="{55356920-9CA8-4998-8191-3159340C3B94}" emma:medium="tactile" emma:mode="ink">
                <msink:context xmlns:msink="http://schemas.microsoft.com/ink/2010/main" type="inkWord" rotatedBoundingBox="35459,3797 35474,3797 35474,3812 35459,381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0 0 0</inkml:trace>
          <inkml:trace contextRef="#ctx0" brushRef="#br0" timeOffset="166.9993">0 0 0</inkml:trace>
          <inkml:trace contextRef="#ctx0" brushRef="#br0" timeOffset="334.0007">0 0 0</inkml:trace>
        </inkml:traceGroup>
        <inkml:traceGroup>
          <inkml:annotationXML>
            <emma:emma xmlns:emma="http://www.w3.org/2003/04/emma" version="1.0">
              <emma:interpretation id="{1C4BFF2E-71B1-439A-8B72-9561CF074B14}" emma:medium="tactile" emma:mode="ink">
                <msink:context xmlns:msink="http://schemas.microsoft.com/ink/2010/main" type="inkWord" rotatedBoundingBox="35459,3797 35474,3797 35474,3812 35459,3812"/>
              </emma:interpretation>
              <emma:one-of disjunction-type="recognition" id="oneOf1">
                <emma:interpretation id="interp1" emma:lang="" emma:confidence="0">
                  <emma:literal>+</emma:literal>
                </emma:interpretation>
                <emma:interpretation id="interp2" emma:lang="" emma:confidence="0">
                  <emma:literal>~</emma:literal>
                </emma:interpretation>
                <emma:interpretation id="interp3" emma:lang="" emma:confidence="0">
                  <emma:literal>!</emma:literal>
                </emma:interpretation>
                <emma:interpretation id="interp4" emma:lang="" emma:confidence="0">
                  <emma:literal>T</emma:literal>
                </emma:interpretation>
                <emma:interpretation id="interp5" emma:lang="" emma:confidence="0">
                  <emma:literal>f</emma:literal>
                </emma:interpretation>
              </emma:one-of>
            </emma:emma>
          </inkml:annotationXML>
          <inkml:trace contextRef="#ctx0" brushRef="#br0" timeOffset="507">0 0 0</inkml:trace>
          <inkml:trace contextRef="#ctx0" brushRef="#br0" timeOffset="925.9995">0 0 0</inkml:trace>
          <inkml:trace contextRef="#ctx0" brushRef="#br0" timeOffset="1092.9999">0 0 0</inkml:trace>
        </inkml:traceGroup>
        <inkml:traceGroup>
          <inkml:annotationXML>
            <emma:emma xmlns:emma="http://www.w3.org/2003/04/emma" version="1.0">
              <emma:interpretation id="{A7ADDB4D-0AAF-4A11-9567-22463DEC4E4D}" emma:medium="tactile" emma:mode="ink">
                <msink:context xmlns:msink="http://schemas.microsoft.com/ink/2010/main" type="inkWord" rotatedBoundingBox="35459,3797 35474,3797 35474,3812 35459,3812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122.0009">0 0 0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7BA3-A7CC-C125-1AEB-38F12102B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7E82F-0690-FBE4-B882-8D1177BDB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61AAC-594F-27B3-C216-5BE72445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9A34F-D293-5AD1-B68C-2BA3ED302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9B1FC-4CDD-628C-D90F-BD6C27AB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64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F26B-4A49-9781-8B68-7A13078C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78824-78A1-07ED-5080-044FAFFFD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6BAAF-1B20-A2ED-D9B2-CC7B2852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1420E-2426-D395-602A-65CA4E21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437B2-FD83-8D4E-124D-0BA527F6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0153-598E-44CB-2182-85947E58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76F2F-93B9-55B2-9D84-C8BFCFAAB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85969-AA38-1826-1E7D-7069A674F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40BDD-9E42-5745-504C-F8F13DB2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C5B42-5760-3F74-8668-8B95696B3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82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C09A4-67A2-D317-F373-C8252CD26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E7E34-8927-8AE6-6954-71FA9A0D0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1F943-3EC8-2551-43B2-0140207E4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5FE24-3587-ED9B-F7D6-A572BFF2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6D264-527D-3480-40EB-3373CD84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1FDBD-8F57-CABF-85BC-0F5DFBF8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1C5D-FD54-2377-2584-FBC29C33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428AF-6C12-808E-46F8-8890B29B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6B7B-6D17-9F4E-C716-6D74EC0C7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92A1B-34B0-8330-CF32-BBF22186C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47AFE2-914D-003C-1004-24D3BA8523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3E9C0-5328-F88B-8EA8-A53C3191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F6E06-E2FC-29CF-9658-92E1324B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9808F-E309-FD54-BFAD-CFA3C517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3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99F0-EF7E-D0D3-43C3-F28A1769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D6255-877A-8815-4D5D-BB2D503FD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A2835-DE36-6B46-A60B-728C082D4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5FE6E-BA8B-179C-9495-A13A5DED4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29D0E-EC16-CB39-4D04-7FF7C43C0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2E7B8-6FFF-453A-7ECB-5806D101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64EBA-C015-C065-DF43-290C36A1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30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1846-1E62-158A-9D5A-842B3EC3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C27FA-A5AB-2DD3-6E97-787882F35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14720-9E43-15DA-2605-3AD63D38D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B2AE7-DB83-673F-C658-0F442D925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25824-A970-6404-D84D-14CF4D759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AC203-B5EC-54FC-7720-E3414DA0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0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FB9C-DAB1-A3EA-0BE6-365B067B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57A13-E035-85DA-9995-53FB82B08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6431F-A970-753B-0000-6B09D596D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6BA63-D99B-D80D-BB72-24E4CF739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9D4CF-2447-D91E-3528-5E9F4DFCD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33086-4218-94BF-FE8A-64B34155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2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E0A0-EA60-F014-870B-02347A1C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1C111-7130-7CD1-CBB0-A5BCF5D04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36AE9-DC33-009E-7D05-9C2E3187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54A9D-E629-ECEB-5788-464380FE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AA4F1-D8C6-3457-B025-CE0F73D3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8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E60513-E234-1716-32F7-8F7490021E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FE535-997A-A5A3-29C0-A771058AB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8AA1B-D886-4588-04F0-915CFBD8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FD3F8-AD28-5EDD-A89D-D30642F7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9B2AD-AE34-215F-0DDB-6775EBBD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7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85F030-A18C-0189-E90F-A705A7C4E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57B19-BA50-0831-9E22-FC7CAC45F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53C0A-4472-2D09-4AFA-59CAD4DDD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FFD01-6550-444F-AD9A-C37643C37F76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4AA9D-1EC2-E4AC-7AA6-C2E02F92E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F28AD-0A09-CEE1-0998-19515F4E7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925D1-2B34-3B4B-9D65-3C85B1248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04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9.png"/><Relationship Id="rId18" Type="http://schemas.openxmlformats.org/officeDocument/2006/relationships/customXml" Target="../ink/ink1.xml"/><Relationship Id="rId3" Type="http://schemas.openxmlformats.org/officeDocument/2006/relationships/image" Target="../media/image2.png"/><Relationship Id="rId21" Type="http://schemas.openxmlformats.org/officeDocument/2006/relationships/customXml" Target="../ink/ink2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23" Type="http://schemas.openxmlformats.org/officeDocument/2006/relationships/image" Target="../media/image16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24.png"/><Relationship Id="rId14" Type="http://schemas.openxmlformats.org/officeDocument/2006/relationships/image" Target="../media/image10.png"/><Relationship Id="rId22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1EE5-762E-8328-E445-2E98067D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11" y="96320"/>
            <a:ext cx="10515600" cy="767936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FVA to look at range of optimal solutions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44EF385-0C44-0E29-21A3-277825851431}"/>
              </a:ext>
            </a:extLst>
          </p:cNvPr>
          <p:cNvGrpSpPr/>
          <p:nvPr/>
        </p:nvGrpSpPr>
        <p:grpSpPr>
          <a:xfrm>
            <a:off x="361211" y="922070"/>
            <a:ext cx="5667146" cy="5606920"/>
            <a:chOff x="6289755" y="837114"/>
            <a:chExt cx="5667146" cy="560692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765B929-7DE1-E8B3-6847-4036421EA00F}"/>
                </a:ext>
              </a:extLst>
            </p:cNvPr>
            <p:cNvGrpSpPr/>
            <p:nvPr/>
          </p:nvGrpSpPr>
          <p:grpSpPr>
            <a:xfrm>
              <a:off x="6289755" y="837114"/>
              <a:ext cx="5667146" cy="5606920"/>
              <a:chOff x="280314" y="574738"/>
              <a:chExt cx="5667146" cy="56069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35C20123-7DC2-768A-0491-0FF8B6604DD9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312" y="1746719"/>
                    <a:ext cx="1259767" cy="6592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p>
                                <m:sSupPr>
                                  <m:ctrlPr>
                                    <a:rPr lang="en-CA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J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k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nary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35C20123-7DC2-768A-0491-0FF8B6604D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2312" y="1746719"/>
                    <a:ext cx="1259767" cy="659283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44000" t="-111538" b="-15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93E5D75B-AF46-6379-053A-FA3695C833F3}"/>
                      </a:ext>
                    </a:extLst>
                  </p:cNvPr>
                  <p:cNvSpPr txBox="1"/>
                  <p:nvPr/>
                </p:nvSpPr>
                <p:spPr>
                  <a:xfrm>
                    <a:off x="4179169" y="1841489"/>
                    <a:ext cx="773610" cy="31156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93E5D75B-AF46-6379-053A-FA3695C83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9169" y="1841489"/>
                    <a:ext cx="773610" cy="31156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DBF9F7B2-1649-EE8D-1732-58CCA27595BA}"/>
                      </a:ext>
                    </a:extLst>
                  </p:cNvPr>
                  <p:cNvSpPr txBox="1"/>
                  <p:nvPr/>
                </p:nvSpPr>
                <p:spPr>
                  <a:xfrm>
                    <a:off x="1800722" y="2570010"/>
                    <a:ext cx="1982594" cy="34939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𝐿𝐵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𝑈𝐵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a14:m>
                    <a:r>
                      <a:rPr lang="en-US" sz="1400" dirty="0"/>
                      <a:t>,</a:t>
                    </a: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DBF9F7B2-1649-EE8D-1732-58CCA27595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0722" y="2570010"/>
                    <a:ext cx="1982594" cy="34939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E7E80130-5F7A-F0E0-68B6-C968502458B9}"/>
                      </a:ext>
                    </a:extLst>
                  </p:cNvPr>
                  <p:cNvSpPr txBox="1"/>
                  <p:nvPr/>
                </p:nvSpPr>
                <p:spPr>
                  <a:xfrm>
                    <a:off x="4174361" y="2544233"/>
                    <a:ext cx="778418" cy="31156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E7E80130-5F7A-F0E0-68B6-C96850245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4361" y="2544233"/>
                    <a:ext cx="778418" cy="31156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39F8F641-0EE6-BE06-D369-C6C437169DE8}"/>
                      </a:ext>
                    </a:extLst>
                  </p:cNvPr>
                  <p:cNvSpPr txBox="1"/>
                  <p:nvPr/>
                </p:nvSpPr>
                <p:spPr>
                  <a:xfrm>
                    <a:off x="1955351" y="3030601"/>
                    <a:ext cx="1407885" cy="32502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𝑏𝑖𝑜𝑚𝑎𝑠𝑠</m:t>
                              </m:r>
                            </m:sub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39F8F641-0EE6-BE06-D369-C6C437169D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5351" y="3030601"/>
                    <a:ext cx="1407885" cy="32502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B27348F5-D528-FF99-BC15-88F91B7FE3EC}"/>
                      </a:ext>
                    </a:extLst>
                  </p:cNvPr>
                  <p:cNvSpPr txBox="1"/>
                  <p:nvPr/>
                </p:nvSpPr>
                <p:spPr>
                  <a:xfrm>
                    <a:off x="2116897" y="3601662"/>
                    <a:ext cx="1031571" cy="31156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DFD53736-C1F2-CA87-2D6B-04B5B8C4F5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16897" y="3601662"/>
                    <a:ext cx="1031571" cy="31156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CF7B7383-9465-856D-BB67-90FB4B48B704}"/>
                      </a:ext>
                    </a:extLst>
                  </p:cNvPr>
                  <p:cNvSpPr txBox="1"/>
                  <p:nvPr/>
                </p:nvSpPr>
                <p:spPr>
                  <a:xfrm>
                    <a:off x="5163399" y="2381244"/>
                    <a:ext cx="78406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AB149D9-5EFA-775D-943D-E914932641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63399" y="2381244"/>
                    <a:ext cx="784061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ACE5424B-6C77-5434-036B-0FF5EA259CE1}"/>
                      </a:ext>
                    </a:extLst>
                  </p:cNvPr>
                  <p:cNvSpPr txBox="1"/>
                  <p:nvPr/>
                </p:nvSpPr>
                <p:spPr>
                  <a:xfrm>
                    <a:off x="1820319" y="4046035"/>
                    <a:ext cx="2084930" cy="61516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  <m:sup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=0,</m:t>
                              </m:r>
                            </m:e>
                          </m:nary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ACE5424B-6C77-5434-036B-0FF5EA259C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0319" y="4046035"/>
                    <a:ext cx="2084930" cy="61516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118367" b="-16938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FD1A5D67-6FB1-159B-EF6B-AA66036CD687}"/>
                      </a:ext>
                    </a:extLst>
                  </p:cNvPr>
                  <p:cNvSpPr txBox="1"/>
                  <p:nvPr/>
                </p:nvSpPr>
                <p:spPr>
                  <a:xfrm>
                    <a:off x="4228634" y="4126731"/>
                    <a:ext cx="957955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𝑐𝑜𝑚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FD1A5D67-6FB1-159B-EF6B-AA66036CD6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8634" y="4126731"/>
                    <a:ext cx="957955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D292B7C3-C5EA-ED8A-A8E4-2C20582995BD}"/>
                      </a:ext>
                    </a:extLst>
                  </p:cNvPr>
                  <p:cNvSpPr txBox="1"/>
                  <p:nvPr/>
                </p:nvSpPr>
                <p:spPr>
                  <a:xfrm>
                    <a:off x="1894530" y="4687802"/>
                    <a:ext cx="1155957" cy="61516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pHide m:val="on"/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nary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D292B7C3-C5EA-ED8A-A8E4-2C20582995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4530" y="4687802"/>
                    <a:ext cx="1155957" cy="61516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7826" t="-118367" b="-17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C271DC36-BA7E-88AC-5820-8970A16F3FB8}"/>
                      </a:ext>
                    </a:extLst>
                  </p:cNvPr>
                  <p:cNvSpPr txBox="1"/>
                  <p:nvPr/>
                </p:nvSpPr>
                <p:spPr>
                  <a:xfrm>
                    <a:off x="1905317" y="5813057"/>
                    <a:ext cx="32733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C271DC36-BA7E-88AC-5820-8970A16F3F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05317" y="5813057"/>
                    <a:ext cx="327334" cy="30777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E45F706C-17FD-FF21-0FB4-E01D4B802745}"/>
                      </a:ext>
                    </a:extLst>
                  </p:cNvPr>
                  <p:cNvSpPr txBox="1"/>
                  <p:nvPr/>
                </p:nvSpPr>
                <p:spPr>
                  <a:xfrm>
                    <a:off x="2806643" y="5833184"/>
                    <a:ext cx="735330" cy="30854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E45F706C-17FD-FF21-0FB4-E01D4B8027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6643" y="5833184"/>
                    <a:ext cx="735330" cy="30854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7059601-887E-900B-5223-85EE2ED193A1}"/>
                      </a:ext>
                    </a:extLst>
                  </p:cNvPr>
                  <p:cNvSpPr txBox="1"/>
                  <p:nvPr/>
                </p:nvSpPr>
                <p:spPr>
                  <a:xfrm>
                    <a:off x="3903525" y="5833184"/>
                    <a:ext cx="957955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𝑐𝑜𝑚</m:t>
                              </m:r>
                            </m:sup>
                          </m:sSup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7059601-887E-900B-5223-85EE2ED193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03525" y="5833184"/>
                    <a:ext cx="957955" cy="30777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B51353-091E-7B9C-2C9D-9BC7D4DAFB5E}"/>
                  </a:ext>
                </a:extLst>
              </p:cNvPr>
              <p:cNvSpPr txBox="1"/>
              <p:nvPr/>
            </p:nvSpPr>
            <p:spPr>
              <a:xfrm>
                <a:off x="3607974" y="5873881"/>
                <a:ext cx="2295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,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C05ACB7-DDD7-4FD9-AECD-1438BCC85800}"/>
                  </a:ext>
                </a:extLst>
              </p:cNvPr>
              <p:cNvSpPr txBox="1"/>
              <p:nvPr/>
            </p:nvSpPr>
            <p:spPr>
              <a:xfrm>
                <a:off x="2429318" y="5873881"/>
                <a:ext cx="2295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,</a:t>
                </a:r>
              </a:p>
            </p:txBody>
          </p:sp>
          <p:sp>
            <p:nvSpPr>
              <p:cNvPr id="43" name="Left Bracket 42">
                <a:extLst>
                  <a:ext uri="{FF2B5EF4-FFF2-40B4-BE49-F238E27FC236}">
                    <a16:creationId xmlns:a16="http://schemas.microsoft.com/office/drawing/2014/main" id="{2BA823D6-558F-2F52-4216-820A76DC9247}"/>
                  </a:ext>
                </a:extLst>
              </p:cNvPr>
              <p:cNvSpPr/>
              <p:nvPr/>
            </p:nvSpPr>
            <p:spPr>
              <a:xfrm rot="10800000">
                <a:off x="4861480" y="1643556"/>
                <a:ext cx="243648" cy="2292873"/>
              </a:xfrm>
              <a:prstGeom prst="leftBracket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6028B1B6-2C97-D37E-BC5A-285E6AADE771}"/>
                      </a:ext>
                    </a:extLst>
                  </p:cNvPr>
                  <p:cNvSpPr txBox="1"/>
                  <p:nvPr/>
                </p:nvSpPr>
                <p:spPr>
                  <a:xfrm>
                    <a:off x="280314" y="574738"/>
                    <a:ext cx="2100255" cy="8973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eqArr>
                              <m:eqArrPr>
                                <m:ctrlPr>
                                  <a:rPr lang="en-CA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brk m:alnAt="7"/>
                                  </m:rPr>
                                  <a:rPr lang="en-CA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CA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CA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p>
                                    <m:r>
                                      <a:rPr lang="en-CA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CA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CA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CA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eqAr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CA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CA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nary>
                      </m:oMath>
                    </a14:m>
                    <a:r>
                      <a:rPr lang="en-US" dirty="0"/>
                      <a:t> </a:t>
                    </a:r>
                  </a:p>
                  <a:p>
                    <a:r>
                      <a:rPr lang="en-US" dirty="0"/>
                      <a:t>subject to</a:t>
                    </a:r>
                  </a:p>
                </p:txBody>
              </p:sp>
            </mc:Choice>
            <mc:Fallback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6028B1B6-2C97-D37E-BC5A-285E6AADE7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314" y="574738"/>
                    <a:ext cx="2100255" cy="89736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319" t="-46939" r="-6087" b="-20408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Left Bracket 44">
                <a:extLst>
                  <a:ext uri="{FF2B5EF4-FFF2-40B4-BE49-F238E27FC236}">
                    <a16:creationId xmlns:a16="http://schemas.microsoft.com/office/drawing/2014/main" id="{6F615FF1-C495-BAA6-522E-4945482E55E1}"/>
                  </a:ext>
                </a:extLst>
              </p:cNvPr>
              <p:cNvSpPr/>
              <p:nvPr/>
            </p:nvSpPr>
            <p:spPr>
              <a:xfrm>
                <a:off x="1788037" y="1643557"/>
                <a:ext cx="167313" cy="2358993"/>
              </a:xfrm>
              <a:prstGeom prst="leftBracket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F23B830-96C0-3E72-D86A-4DB704C3EAB0}"/>
                    </a:ext>
                  </a:extLst>
                </p:cNvPr>
                <p:cNvSpPr txBox="1"/>
                <p:nvPr/>
              </p:nvSpPr>
              <p:spPr>
                <a:xfrm>
                  <a:off x="7976060" y="5668681"/>
                  <a:ext cx="966803" cy="311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400" dirty="0" smtClean="0"/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F23B830-96C0-3E72-D86A-4DB704C3EA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060" y="5668681"/>
                  <a:ext cx="966803" cy="31156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2513460-CA9D-B048-E9F2-4A884740E6ED}"/>
              </a:ext>
            </a:extLst>
          </p:cNvPr>
          <p:cNvSpPr txBox="1"/>
          <p:nvPr/>
        </p:nvSpPr>
        <p:spPr>
          <a:xfrm>
            <a:off x="83122" y="6528990"/>
            <a:ext cx="12108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Chan SHJ, Simons MN,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Maranas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CD.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SteadyCom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Predicting microbial abundances while ensuring community stability.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PLoS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Comput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Biol. 2017 May 15;13(5):e1005539</a:t>
            </a:r>
            <a:endParaRPr 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854EC9-71D8-E53E-59A7-4DE1967EB54A}"/>
              </a:ext>
            </a:extLst>
          </p:cNvPr>
          <p:cNvSpPr txBox="1"/>
          <p:nvPr/>
        </p:nvSpPr>
        <p:spPr>
          <a:xfrm>
            <a:off x="8572930" y="4597174"/>
            <a:ext cx="145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Range of flux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2433608-D19F-15BE-F0D2-86A0BD1703BC}"/>
              </a:ext>
            </a:extLst>
          </p:cNvPr>
          <p:cNvCxnSpPr>
            <a:cxnSpLocks/>
          </p:cNvCxnSpPr>
          <p:nvPr/>
        </p:nvCxnSpPr>
        <p:spPr>
          <a:xfrm flipH="1">
            <a:off x="7860408" y="4390191"/>
            <a:ext cx="28805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D9108B9-63AC-416A-DA39-77F6211A8BCD}"/>
                  </a:ext>
                </a:extLst>
              </p14:cNvPr>
              <p14:cNvContentPartPr/>
              <p14:nvPr/>
            </p14:nvContentPartPr>
            <p14:xfrm>
              <a:off x="365040" y="545760"/>
              <a:ext cx="8991360" cy="4360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D9108B9-63AC-416A-DA39-77F6211A8BC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5680" y="536400"/>
                <a:ext cx="9010080" cy="437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9" name="Ink 8"/>
              <p14:cNvContentPartPr/>
              <p14:nvPr/>
            </p14:nvContentPartPr>
            <p14:xfrm>
              <a:off x="12765261" y="1367145"/>
              <a:ext cx="360" cy="36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753381" y="1355265"/>
                <a:ext cx="24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F23B830-96C0-3E72-D86A-4DB704C3EAB0}"/>
                  </a:ext>
                </a:extLst>
              </p:cNvPr>
              <p:cNvSpPr txBox="1"/>
              <p:nvPr/>
            </p:nvSpPr>
            <p:spPr>
              <a:xfrm>
                <a:off x="7568622" y="5196089"/>
                <a:ext cx="4164670" cy="527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1400" dirty="0" smtClean="0"/>
                  <a:t>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 smtClean="0"/>
                  <a:t> refers to the value obtained in </a:t>
                </a:r>
                <a:r>
                  <a:rPr lang="en-US" sz="1400" dirty="0" err="1" smtClean="0"/>
                  <a:t>metagutpred</a:t>
                </a:r>
                <a:r>
                  <a:rPr lang="en-US" sz="1400" dirty="0" smtClean="0"/>
                  <a:t> simulation</a:t>
                </a:r>
                <a:endParaRPr lang="en-US" sz="1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F23B830-96C0-3E72-D86A-4DB704C3E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622" y="5196089"/>
                <a:ext cx="4164670" cy="527004"/>
              </a:xfrm>
              <a:prstGeom prst="rect">
                <a:avLst/>
              </a:prstGeom>
              <a:blipFill>
                <a:blip r:embed="rId23"/>
                <a:stretch>
                  <a:fillRect l="-439" r="-878" b="-114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070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2757</TotalTime>
  <Words>62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Roboto</vt:lpstr>
      <vt:lpstr>Office Theme</vt:lpstr>
      <vt:lpstr>FVA to look at range of optimal 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FVA to look at range of optimal solutions</dc:title>
  <dc:creator>Noor Alsmadi</dc:creator>
  <cp:lastModifiedBy>Admin</cp:lastModifiedBy>
  <cp:revision>3</cp:revision>
  <dcterms:created xsi:type="dcterms:W3CDTF">2025-04-07T13:38:58Z</dcterms:created>
  <dcterms:modified xsi:type="dcterms:W3CDTF">2025-05-26T07:21:28Z</dcterms:modified>
</cp:coreProperties>
</file>